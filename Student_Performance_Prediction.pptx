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D16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D166"/>
                </a:solidFill>
                <a:latin typeface="Arial"/>
              </a:rPr>
              <a:t>Class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Pass/Fail Distribution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76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Pass</c:v>
                  </c:pt>
                  <c:pt idx="1">
                    <c:v>Fail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265</c:v>
                </c:pt>
                <c:pt idx="1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2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A1628"/>
                </a:solidFill>
                <a:latin typeface="Arial"/>
              </a:rPr>
              <a:t>Model Accuracy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7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Gradient 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92.4</c:v>
                </c:pt>
                <c:pt idx="1">
                  <c:v>88.6</c:v>
                </c:pt>
                <c:pt idx="2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roject2studentperformancepredictionandearlyintervention-veita.streamlit.app/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77A8">
              <a:alpha val="3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474720"/>
            <a:ext cx="1097280" cy="1097280"/>
          </a:xfrm>
          <a:prstGeom prst="ellipse">
            <a:avLst/>
          </a:prstGeom>
          <a:solidFill>
            <a:srgbClr val="FFD166">
              <a:alpha val="4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Early Intervention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Students Using Machine Learning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Aiswarya 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P.S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Sanika J.R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0A1628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students will pass or fail using academic and demographic data, and identify at-risk students early for timely intervention.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6576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Student Performance Dataset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96012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0698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Early Identification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weak students before final exams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1031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210312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2128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Academic Planning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2560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curriculum decisions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2461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4612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3558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Improve Success Rates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703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overall pass rates institution-wide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1097280"/>
          </a:xfrm>
          <a:prstGeom prst="rect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560320" cy="1097280"/>
          </a:xfrm>
          <a:prstGeom prst="rect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051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2560320" cy="1097280"/>
          </a:xfrm>
          <a:prstGeom prst="rect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051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— First period grade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— Second period grade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(1–4 scale)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past failures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absences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377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Family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 education level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Father's education level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 at home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relationship quality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time after school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2286000"/>
            <a:ext cx="54864" cy="2560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 ✅ Pass (1) → Final grade ≥ 10     ❌ Fail (0) → Final grade &lt;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2606040"/>
            <a:ext cx="228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1508760" cy="35661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0972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1325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categoricals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Pass/Fail target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0440" y="2606040"/>
            <a:ext cx="228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960120"/>
            <a:ext cx="1508760" cy="35661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0972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468880"/>
            <a:ext cx="1325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distributions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vs performance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patterns analysis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57800" y="2606040"/>
            <a:ext cx="228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960120"/>
            <a:ext cx="1508760" cy="35661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60520" y="10972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49040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468880"/>
            <a:ext cx="1325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irrelevant features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95160" y="2606040"/>
            <a:ext cx="228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960120"/>
            <a:ext cx="1508760" cy="35661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97880" y="10972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2468880"/>
            <a:ext cx="1325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23760" y="960120"/>
            <a:ext cx="1508760" cy="3566160"/>
          </a:xfrm>
          <a:prstGeom prst="rect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35240" y="1097280"/>
            <a:ext cx="685800" cy="685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19202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XAI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2468880"/>
            <a:ext cx="1325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F1 score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explanations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interpretability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463040"/>
            <a:ext cx="4023360" cy="685800"/>
          </a:xfrm>
          <a:prstGeom prst="rect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Higher G1 &amp; G2 scores strongly correlate with passing final grades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2267712"/>
            <a:ext cx="4023360" cy="685800"/>
          </a:xfrm>
          <a:prstGeom prst="rect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23591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Students with more study time (3-4 hrs) have significantly better outcomes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3072384"/>
            <a:ext cx="4023360" cy="685800"/>
          </a:xfrm>
          <a:prstGeom prst="rect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Past failures are the strongest single predictor of failing again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3877056"/>
            <a:ext cx="4023360" cy="685800"/>
          </a:xfrm>
          <a:prstGeom prst="rect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396849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High absenteeism (&gt;15 absences) is linked to higher failure rates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960120"/>
            <a:ext cx="3200400" cy="1554480"/>
          </a:xfrm>
          <a:prstGeom prst="rect">
            <a:avLst/>
          </a:prstGeom>
          <a:solidFill>
            <a:srgbClr val="0A1628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051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072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6072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92.4%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788920"/>
          <a:ext cx="3200400" cy="169164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066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A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Selected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— LIME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LIME (Local Interpretable Model-Agnostic Explanations) explains WHY the model made each individual prediction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4114800" cy="1234440"/>
          </a:xfrm>
          <a:prstGeom prst="rect">
            <a:avLst/>
          </a:prstGeom>
          <a:solidFill>
            <a:srgbClr val="0D2240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74520"/>
            <a:ext cx="91440" cy="1234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G1 &amp; G2 Grades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1984248"/>
            <a:ext cx="1188720" cy="256032"/>
          </a:xfrm>
          <a:prstGeom prst="round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9842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Positive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grades in G1/G2 are the strongest indicators of final failure risk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874520"/>
            <a:ext cx="4114800" cy="1234440"/>
          </a:xfrm>
          <a:prstGeom prst="rect">
            <a:avLst/>
          </a:prstGeom>
          <a:solidFill>
            <a:srgbClr val="0D2240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874520"/>
            <a:ext cx="91440" cy="12344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965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Past Failures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1984248"/>
            <a:ext cx="1188720" cy="256032"/>
          </a:xfrm>
          <a:prstGeom prst="roundRect">
            <a:avLst/>
          </a:prstGeom>
          <a:solidFill>
            <a:srgbClr val="EF476F">
              <a:alpha val="7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9842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Negative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past failure significantly increases fail probability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114800" cy="1234440"/>
          </a:xfrm>
          <a:prstGeom prst="rect">
            <a:avLst/>
          </a:prstGeom>
          <a:solidFill>
            <a:srgbClr val="0D224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91440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Study Time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08960" y="3401568"/>
            <a:ext cx="1188720" cy="256032"/>
          </a:xfrm>
          <a:prstGeom prst="round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4015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794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study time reduces failure risk, especially combined with good grades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4114800" cy="1234440"/>
          </a:xfrm>
          <a:prstGeom prst="rect">
            <a:avLst/>
          </a:prstGeom>
          <a:solidFill>
            <a:srgbClr val="0D2240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291840"/>
            <a:ext cx="91440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Absences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98080" y="3401568"/>
            <a:ext cx="1188720" cy="256032"/>
          </a:xfrm>
          <a:prstGeom prst="round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4015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Negative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3794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absences correlate with lower performance and fail risk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Streamlit Web App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846320" cy="3931920"/>
          </a:xfrm>
          <a:prstGeom prst="rect">
            <a:avLst/>
          </a:prstGeom>
          <a:solidFill>
            <a:srgbClr val="0D22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/home/claude/screenshot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475488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0" y="1005840"/>
            <a:ext cx="3429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94960" y="1005840"/>
            <a:ext cx="9144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1069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Prediction Result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77840" y="13898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predicts Pass or Fail with percentage probability for each student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94960" y="1956816"/>
            <a:ext cx="3429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94960" y="1956816"/>
            <a:ext cx="9144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20208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Input Summary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77840" y="23408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all 6 input features — G1, G2, Study Time, Failures, Absences, Age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94960" y="2907792"/>
            <a:ext cx="3429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94960" y="2907792"/>
            <a:ext cx="9144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2971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LIME Explanation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57784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the prediction was made using local feature importance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94960" y="3858768"/>
            <a:ext cx="342900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94960" y="3858768"/>
            <a:ext cx="9144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392277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  Interactive Controls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77840" y="424281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&amp; dropdowns for Grade, Age, Study Time, Absences and more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>
            <a:hlinkClick r:id="rId2" tooltip=""/>
          </p:cNvPr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Live App: https://project2studentperformancepredictionandearlyintervention-veita.streamlit.app/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Logistic Regression achieved 92.4% accuracy on UCI dataset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LIME explanations provide transparent, actionable insights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 Streamlit app deployed for real-time student assessment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G1, G2 grades and failures are the most critical predictors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8229600" cy="1417320"/>
          </a:xfrm>
          <a:prstGeom prst="rect">
            <a:avLst/>
          </a:prstGeom>
          <a:solidFill>
            <a:srgbClr val="0A1628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Future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collection via student portal integration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for improved accuracy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prediction (grade bands, not just Pass/Fail)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2026-05-16T05:36:06Z</dcterms:created>
  <dcterms:modified xsi:type="dcterms:W3CDTF">2026-05-16T05:36:06Z</dcterms:modified>
</cp:coreProperties>
</file>